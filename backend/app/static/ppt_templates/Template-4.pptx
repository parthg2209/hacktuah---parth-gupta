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Pitch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Lorem ipsum dolor sit amet, presentedby : Innovator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placeholder problem text.</a:t>
            </a:r>
          </a:p>
          <a:p>
            <a:r>
              <a:t>• Replacewith first point</a:t>
            </a:r>
          </a:p>
          <a:p>
            <a:r>
              <a:t>• Sampletext second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placeholder solution text.</a:t>
            </a:r>
          </a:p>
          <a:p>
            <a:r>
              <a:t>• Replacewith solution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placeholder architecture text.</a:t>
            </a:r>
          </a:p>
          <a:p>
            <a:r>
              <a:t>• Replacewith tech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placeholder roadmap text.</a:t>
            </a:r>
          </a:p>
          <a:p>
            <a:r>
              <a:t>• Replacewith milestone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Audience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placeholder market text.</a:t>
            </a:r>
          </a:p>
          <a:p>
            <a:r>
              <a:t>• Replacewith audience point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placeholder team manager.</a:t>
            </a:r>
          </a:p>
          <a:p>
            <a:r>
              <a:t>• Replacewith team role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placeholder conclusion text.</a:t>
            </a:r>
          </a:p>
          <a:p>
            <a:r>
              <a:t>• Replacewith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